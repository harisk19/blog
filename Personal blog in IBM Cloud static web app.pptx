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27/09/2023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27/09/2023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27/09/2023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27/09/2023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27/09/2023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27/09/2023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27/09/2023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27/09/2023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27/09/2023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27/09/2023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27/09/2023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27/09/2023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27/09/2023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27/09/2023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27/09/2023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27/09/2023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27/09/2023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27/09/2023</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15728" y="160754"/>
            <a:ext cx="8689976" cy="2509213"/>
          </a:xfrm>
        </p:spPr>
        <p:txBody>
          <a:bodyPr/>
          <a:lstStyle/>
          <a:p>
            <a:r>
              <a:rPr lang="en-IN" dirty="0"/>
              <a:t>Personal blog in IBM Cloud static web apps</a:t>
            </a:r>
          </a:p>
        </p:txBody>
      </p:sp>
      <p:sp>
        <p:nvSpPr>
          <p:cNvPr id="3" name="Subtitle 2"/>
          <p:cNvSpPr>
            <a:spLocks noGrp="1"/>
          </p:cNvSpPr>
          <p:nvPr>
            <p:ph type="subTitle" idx="1"/>
          </p:nvPr>
        </p:nvSpPr>
        <p:spPr>
          <a:xfrm>
            <a:off x="1454129" y="4749283"/>
            <a:ext cx="8689976" cy="1862304"/>
          </a:xfrm>
        </p:spPr>
        <p:txBody>
          <a:bodyPr>
            <a:normAutofit fontScale="92500" lnSpcReduction="10000"/>
          </a:bodyPr>
          <a:lstStyle/>
          <a:p>
            <a:r>
              <a:rPr lang="en-US" b="1" dirty="0">
                <a:solidFill>
                  <a:schemeClr val="tx1"/>
                </a:solidFill>
                <a:latin typeface="Times New Roman" panose="02020603050405020304" pitchFamily="18" charset="0"/>
                <a:cs typeface="Times New Roman" panose="02020603050405020304" pitchFamily="18" charset="0"/>
              </a:rPr>
              <a:t>Submitted By </a:t>
            </a:r>
          </a:p>
          <a:p>
            <a:r>
              <a:rPr lang="en-US" b="1" dirty="0">
                <a:solidFill>
                  <a:schemeClr val="tx1"/>
                </a:solidFill>
                <a:latin typeface="Times New Roman" panose="02020603050405020304" pitchFamily="18" charset="0"/>
                <a:cs typeface="Times New Roman" panose="02020603050405020304" pitchFamily="18" charset="0"/>
              </a:rPr>
              <a:t>Sri Hariharan</a:t>
            </a:r>
          </a:p>
          <a:p>
            <a:r>
              <a:rPr lang="en-US" b="1" dirty="0">
                <a:solidFill>
                  <a:schemeClr val="tx1"/>
                </a:solidFill>
                <a:latin typeface="Times New Roman" panose="02020603050405020304" pitchFamily="18" charset="0"/>
                <a:cs typeface="Times New Roman" panose="02020603050405020304" pitchFamily="18" charset="0"/>
              </a:rPr>
              <a:t>Dept. of Electronics and Communication Engineering </a:t>
            </a:r>
          </a:p>
          <a:p>
            <a:r>
              <a:rPr lang="en-US" b="1" dirty="0">
                <a:solidFill>
                  <a:schemeClr val="tx1"/>
                </a:solidFill>
                <a:latin typeface="Times New Roman" panose="02020603050405020304" pitchFamily="18" charset="0"/>
                <a:cs typeface="Times New Roman" panose="02020603050405020304" pitchFamily="18" charset="0"/>
              </a:rPr>
              <a:t>Anna University Regional Campus Coimbatore</a:t>
            </a:r>
          </a:p>
          <a:p>
            <a:endParaRPr lang="en-IN" dirty="0"/>
          </a:p>
          <a:p>
            <a:endParaRPr lang="en-IN" dirty="0"/>
          </a:p>
        </p:txBody>
      </p:sp>
      <p:sp>
        <p:nvSpPr>
          <p:cNvPr id="4" name="TextBox 3"/>
          <p:cNvSpPr txBox="1"/>
          <p:nvPr/>
        </p:nvSpPr>
        <p:spPr>
          <a:xfrm>
            <a:off x="3930732" y="2873829"/>
            <a:ext cx="4975761" cy="369332"/>
          </a:xfrm>
          <a:prstGeom prst="rect">
            <a:avLst/>
          </a:prstGeom>
          <a:noFill/>
        </p:spPr>
        <p:txBody>
          <a:bodyPr wrap="square" rtlCol="0">
            <a:spAutoFit/>
          </a:bodyPr>
          <a:lstStyle/>
          <a:p>
            <a:r>
              <a:rPr lang="en-IN" b="1" dirty="0"/>
              <a:t>ACADEMIC YEAR 2023-2024 (SEMESTER 5)</a:t>
            </a:r>
          </a:p>
        </p:txBody>
      </p:sp>
    </p:spTree>
    <p:extLst>
      <p:ext uri="{BB962C8B-B14F-4D97-AF65-F5344CB8AC3E}">
        <p14:creationId xmlns:p14="http://schemas.microsoft.com/office/powerpoint/2010/main" val="1406774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70915"/>
            <a:ext cx="3669476" cy="1596177"/>
          </a:xfrm>
        </p:spPr>
        <p:txBody>
          <a:bodyPr/>
          <a:lstStyle/>
          <a:p>
            <a:r>
              <a:rPr lang="en-IN" b="1" dirty="0"/>
              <a:t>Abstract</a:t>
            </a:r>
          </a:p>
        </p:txBody>
      </p:sp>
      <p:sp>
        <p:nvSpPr>
          <p:cNvPr id="3" name="Content Placeholder 2"/>
          <p:cNvSpPr>
            <a:spLocks noGrp="1"/>
          </p:cNvSpPr>
          <p:nvPr>
            <p:ph sz="quarter" idx="13"/>
          </p:nvPr>
        </p:nvSpPr>
        <p:spPr/>
        <p:txBody>
          <a:bodyPr>
            <a:normAutofit lnSpcReduction="10000"/>
          </a:bodyPr>
          <a:lstStyle/>
          <a:p>
            <a:r>
              <a:rPr lang="en-IN" dirty="0">
                <a:latin typeface="Arial" panose="020B0604020202020204" pitchFamily="34" charset="0"/>
                <a:cs typeface="Arial" panose="020B0604020202020204" pitchFamily="34" charset="0"/>
              </a:rPr>
              <a:t>The aim of this study is to investigate the creation of a virtual presence in personal blogs through h self‐presentation and self‐disclosure.</a:t>
            </a:r>
          </a:p>
          <a:p>
            <a:r>
              <a:rPr lang="en-IN" dirty="0">
                <a:latin typeface="Arial" panose="020B0604020202020204" pitchFamily="34" charset="0"/>
                <a:cs typeface="Arial" panose="020B0604020202020204" pitchFamily="34" charset="0"/>
              </a:rPr>
              <a:t>In the first phase a statistical analysis yielded quantifiable demographic data about the participants, the personal information they disclose in their blogs, and statistical data on feelings involved in blogging.</a:t>
            </a:r>
          </a:p>
          <a:p>
            <a:r>
              <a:rPr lang="en-IN" dirty="0">
                <a:latin typeface="Arial" panose="020B0604020202020204" pitchFamily="34" charset="0"/>
                <a:cs typeface="Arial" panose="020B0604020202020204" pitchFamily="34" charset="0"/>
              </a:rPr>
              <a:t> In the second phase a content analysis examined the bloggers' textual answers using open coding.</a:t>
            </a:r>
          </a:p>
        </p:txBody>
      </p:sp>
    </p:spTree>
    <p:extLst>
      <p:ext uri="{BB962C8B-B14F-4D97-AF65-F5344CB8AC3E}">
        <p14:creationId xmlns:p14="http://schemas.microsoft.com/office/powerpoint/2010/main" val="2821188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618517"/>
            <a:ext cx="2838830" cy="1174657"/>
          </a:xfrm>
        </p:spPr>
        <p:txBody>
          <a:bodyPr/>
          <a:lstStyle/>
          <a:p>
            <a:r>
              <a:rPr lang="en-IN" b="1" dirty="0"/>
              <a:t>Scalability</a:t>
            </a:r>
          </a:p>
        </p:txBody>
      </p:sp>
      <p:sp>
        <p:nvSpPr>
          <p:cNvPr id="3" name="Content Placeholder 2"/>
          <p:cNvSpPr>
            <a:spLocks noGrp="1"/>
          </p:cNvSpPr>
          <p:nvPr>
            <p:ph sz="quarter" idx="13"/>
          </p:nvPr>
        </p:nvSpPr>
        <p:spPr>
          <a:xfrm>
            <a:off x="913774" y="1793174"/>
            <a:ext cx="10363826" cy="3424107"/>
          </a:xfrm>
        </p:spPr>
        <p:txBody>
          <a:bodyPr>
            <a:normAutofit fontScale="85000" lnSpcReduction="10000"/>
          </a:bodyPr>
          <a:lstStyle/>
          <a:p>
            <a:r>
              <a:rPr lang="en-IN" dirty="0">
                <a:latin typeface="Arial" panose="020B0604020202020204" pitchFamily="34" charset="0"/>
                <a:cs typeface="Arial" panose="020B0604020202020204" pitchFamily="34" charset="0"/>
              </a:rPr>
              <a:t>The ability to swiftly harness the power of the cloud, whether through scaling up or scaling out, to accommodate unforeseen rapid growth or seasonal fluctuations in demand has become a significant advantage of public cloud services.</a:t>
            </a:r>
          </a:p>
          <a:p>
            <a:r>
              <a:rPr lang="en-IN" dirty="0">
                <a:latin typeface="Arial" panose="020B0604020202020204" pitchFamily="34" charset="0"/>
                <a:cs typeface="Arial" panose="020B0604020202020204" pitchFamily="34" charset="0"/>
              </a:rPr>
              <a:t> However, without effective management, it can also turn into a liability. </a:t>
            </a:r>
          </a:p>
          <a:p>
            <a:r>
              <a:rPr lang="en-IN" dirty="0">
                <a:latin typeface="Arial" panose="020B0604020202020204" pitchFamily="34" charset="0"/>
                <a:cs typeface="Arial" panose="020B0604020202020204" pitchFamily="34" charset="0"/>
              </a:rPr>
              <a:t>The appeal of gaining access to additional infrastructure within minutes is undeniable.</a:t>
            </a:r>
          </a:p>
          <a:p>
            <a:r>
              <a:rPr lang="en-IN" dirty="0">
                <a:latin typeface="Arial" panose="020B0604020202020204" pitchFamily="34" charset="0"/>
                <a:cs typeface="Arial" panose="020B0604020202020204" pitchFamily="34" charset="0"/>
              </a:rPr>
              <a:t>However, to do so effectively, decisions must be made about what type of scalability is required to meet demand, specific use cases, and how to meticulously monitor expenses.</a:t>
            </a:r>
          </a:p>
        </p:txBody>
      </p:sp>
    </p:spTree>
    <p:extLst>
      <p:ext uri="{BB962C8B-B14F-4D97-AF65-F5344CB8AC3E}">
        <p14:creationId xmlns:p14="http://schemas.microsoft.com/office/powerpoint/2010/main" val="1217928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688769"/>
            <a:ext cx="5347068" cy="1585301"/>
          </a:xfrm>
        </p:spPr>
        <p:txBody>
          <a:bodyPr/>
          <a:lstStyle/>
          <a:p>
            <a:r>
              <a:rPr lang="en-IN" b="1" dirty="0"/>
              <a:t>Contents of cloud</a:t>
            </a:r>
          </a:p>
        </p:txBody>
      </p:sp>
      <p:sp>
        <p:nvSpPr>
          <p:cNvPr id="3" name="Content Placeholder 2"/>
          <p:cNvSpPr>
            <a:spLocks noGrp="1"/>
          </p:cNvSpPr>
          <p:nvPr>
            <p:ph sz="quarter" idx="13"/>
          </p:nvPr>
        </p:nvSpPr>
        <p:spPr/>
        <p:txBody>
          <a:bodyPr/>
          <a:lstStyle/>
          <a:p>
            <a:r>
              <a:rPr lang="en-IN" dirty="0">
                <a:latin typeface="Arial" panose="020B0604020202020204" pitchFamily="34" charset="0"/>
                <a:cs typeface="Arial" panose="020B0604020202020204" pitchFamily="34" charset="0"/>
              </a:rPr>
              <a:t>In recent years, Google’s cloud hosting solution has risen to prominence and established itself as a leading service for millions of customers.</a:t>
            </a:r>
          </a:p>
          <a:p>
            <a:r>
              <a:rPr lang="en-IN" dirty="0">
                <a:latin typeface="Arial" panose="020B0604020202020204" pitchFamily="34" charset="0"/>
                <a:cs typeface="Arial" panose="020B0604020202020204" pitchFamily="34" charset="0"/>
              </a:rPr>
              <a:t> If you’re considering Google as an option, we’ve compiled the top advantages of choosing Google Cloud hosting to help you make your decision — including why we think it’s currently the best solution on the market.</a:t>
            </a:r>
          </a:p>
        </p:txBody>
      </p:sp>
    </p:spTree>
    <p:extLst>
      <p:ext uri="{BB962C8B-B14F-4D97-AF65-F5344CB8AC3E}">
        <p14:creationId xmlns:p14="http://schemas.microsoft.com/office/powerpoint/2010/main" val="2121121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781790"/>
            <a:ext cx="2184433" cy="1585302"/>
          </a:xfrm>
        </p:spPr>
        <p:txBody>
          <a:bodyPr/>
          <a:lstStyle/>
          <a:p>
            <a:r>
              <a:rPr lang="en-IN" b="1" dirty="0"/>
              <a:t>Contact</a:t>
            </a:r>
          </a:p>
        </p:txBody>
      </p:sp>
      <p:sp>
        <p:nvSpPr>
          <p:cNvPr id="3" name="Content Placeholder 2"/>
          <p:cNvSpPr>
            <a:spLocks noGrp="1"/>
          </p:cNvSpPr>
          <p:nvPr>
            <p:ph sz="quarter" idx="13"/>
          </p:nvPr>
        </p:nvSpPr>
        <p:spPr>
          <a:xfrm>
            <a:off x="901273" y="2105835"/>
            <a:ext cx="10363826" cy="3424107"/>
          </a:xfrm>
        </p:spPr>
        <p:txBody>
          <a:bodyPr>
            <a:normAutofit lnSpcReduction="10000"/>
          </a:bodyPr>
          <a:lstStyle/>
          <a:p>
            <a:r>
              <a:rPr lang="en-IN" dirty="0">
                <a:latin typeface="Arial" panose="020B0604020202020204" pitchFamily="34" charset="0"/>
                <a:cs typeface="Arial" panose="020B0604020202020204" pitchFamily="34" charset="0"/>
              </a:rPr>
              <a:t>Your site is ready! You’ve brought in all your existing work, come up with your branding, set up social interactions, started a newsletter, and made your site discoverable.</a:t>
            </a:r>
          </a:p>
          <a:p>
            <a:r>
              <a:rPr lang="en-IN" dirty="0">
                <a:latin typeface="Arial" panose="020B0604020202020204" pitchFamily="34" charset="0"/>
                <a:cs typeface="Arial" panose="020B0604020202020204" pitchFamily="34" charset="0"/>
              </a:rPr>
              <a:t>Create content that you’re an expert in. Share recent experience. Build walkthroughs. Cross post on other sites.</a:t>
            </a:r>
          </a:p>
          <a:p>
            <a:r>
              <a:rPr lang="en-IN" dirty="0">
                <a:latin typeface="Arial" panose="020B0604020202020204" pitchFamily="34" charset="0"/>
                <a:cs typeface="Arial" panose="020B0604020202020204" pitchFamily="34" charset="0"/>
              </a:rPr>
              <a:t>Promote your content. Social media is going to be your best friend. Post links, create branded hashtags, or send DMs. You know your content is great, help get it in front of the people that need to see it.</a:t>
            </a:r>
          </a:p>
        </p:txBody>
      </p:sp>
    </p:spTree>
    <p:extLst>
      <p:ext uri="{BB962C8B-B14F-4D97-AF65-F5344CB8AC3E}">
        <p14:creationId xmlns:p14="http://schemas.microsoft.com/office/powerpoint/2010/main" val="3002801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770915"/>
            <a:ext cx="2910081" cy="1596177"/>
          </a:xfrm>
        </p:spPr>
        <p:txBody>
          <a:bodyPr/>
          <a:lstStyle/>
          <a:p>
            <a:r>
              <a:rPr lang="en-IN" b="1" dirty="0"/>
              <a:t>Conclusion</a:t>
            </a:r>
          </a:p>
        </p:txBody>
      </p:sp>
      <p:sp>
        <p:nvSpPr>
          <p:cNvPr id="3" name="Content Placeholder 2"/>
          <p:cNvSpPr>
            <a:spLocks noGrp="1"/>
          </p:cNvSpPr>
          <p:nvPr>
            <p:ph sz="quarter" idx="13"/>
          </p:nvPr>
        </p:nvSpPr>
        <p:spPr/>
        <p:txBody>
          <a:bodyPr/>
          <a:lstStyle/>
          <a:p>
            <a:r>
              <a:rPr lang="en-IN" dirty="0">
                <a:latin typeface="Arial" panose="020B0604020202020204" pitchFamily="34" charset="0"/>
                <a:cs typeface="Arial" panose="020B0604020202020204" pitchFamily="34" charset="0"/>
              </a:rPr>
              <a:t>A good conclusion clearly and concisely summarizes the key points of your article, explains why they matter, and leaves some kind of lasting impression on readers. Including a call to action (CTA) can be an excellent way to engage your audience even after they finish the post, but if you do, it should be tactful and with clear benefit to the reader.</a:t>
            </a:r>
          </a:p>
        </p:txBody>
      </p:sp>
    </p:spTree>
    <p:extLst>
      <p:ext uri="{BB962C8B-B14F-4D97-AF65-F5344CB8AC3E}">
        <p14:creationId xmlns:p14="http://schemas.microsoft.com/office/powerpoint/2010/main" val="1021486741"/>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15</TotalTime>
  <Words>450</Words>
  <Application>Microsoft Office PowerPoint</Application>
  <PresentationFormat>Widescreen</PresentationFormat>
  <Paragraphs>24</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Times New Roman</vt:lpstr>
      <vt:lpstr>Tw Cen MT</vt:lpstr>
      <vt:lpstr>Droplet</vt:lpstr>
      <vt:lpstr>Personal blog in IBM Cloud static web apps</vt:lpstr>
      <vt:lpstr>Abstract</vt:lpstr>
      <vt:lpstr>Scalability</vt:lpstr>
      <vt:lpstr>Contents of cloud</vt:lpstr>
      <vt:lpstr>Contact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blog in IBM Cloud static web apps</dc:title>
  <dc:creator>SK</dc:creator>
  <cp:lastModifiedBy>harijio1901@gmail.com</cp:lastModifiedBy>
  <cp:revision>6</cp:revision>
  <dcterms:created xsi:type="dcterms:W3CDTF">2023-09-27T12:38:22Z</dcterms:created>
  <dcterms:modified xsi:type="dcterms:W3CDTF">2023-09-27T17:51:36Z</dcterms:modified>
</cp:coreProperties>
</file>